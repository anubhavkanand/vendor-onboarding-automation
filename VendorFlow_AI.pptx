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flipV="1">
            <a:off x="9509760" y="640080"/>
            <a:ext cx="914400" cy="274320"/>
          </a:xfrm>
          <a:prstGeom prst="line">
            <a:avLst/>
          </a:prstGeom>
          <a:noFill/>
          <a:ln w="15875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0" y="640080"/>
            <a:ext cx="457200" cy="822960"/>
          </a:xfrm>
          <a:prstGeom prst="line">
            <a:avLst/>
          </a:prstGeom>
          <a:noFill/>
          <a:ln w="15875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0" y="1463040"/>
            <a:ext cx="914400" cy="457200"/>
          </a:xfrm>
          <a:prstGeom prst="line">
            <a:avLst/>
          </a:prstGeom>
          <a:noFill/>
          <a:ln w="15875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509760" y="914400"/>
            <a:ext cx="457200" cy="1005840"/>
          </a:xfrm>
          <a:prstGeom prst="line">
            <a:avLst/>
          </a:prstGeom>
          <a:noFill/>
          <a:ln w="15875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1463040"/>
            <a:ext cx="457200" cy="274320"/>
          </a:xfrm>
          <a:prstGeom prst="line">
            <a:avLst/>
          </a:prstGeom>
          <a:noFill/>
          <a:ln w="15875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64040" y="86868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Shape 9"/>
          <p:cNvSpPr/>
          <p:nvPr/>
        </p:nvSpPr>
        <p:spPr>
          <a:xfrm>
            <a:off x="10378440" y="59436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35640" y="141732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9921240" y="187452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169164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VENDORFLOW AI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27432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Vendor Onboarding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Routing System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21792" y="43434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4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extraction, KYC/AML enrichment, and reinforcement-learning routing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4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 compliance workflows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" y="5623560"/>
            <a:ext cx="10058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57424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Anubhav Kishore Anand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" y="60533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Technorise Intern, Tech Mahindra  |  IIT (BHU) Varanasi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onboarding can't keep pace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enterprise vendor risk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B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6060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Bottlenecks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2880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vendor file is read, keyed, and cross-checked by hand, so queues back up as volume grows and approvals stall for days.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2860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B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6060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Risk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3657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AML GAPS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880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sanctions screening and undetected data errors expose the business to regulatory and financial risk.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22860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B3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6060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32918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Latency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3657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DECISIONS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4069080"/>
            <a:ext cx="2880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 vendor to Compliance, Finance, or Auto-Approve depends on tribal knowledge, not a repeatable, auditable signal.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080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slow vendor activation, inconsistent risk decisions, and no feedback loop to get smarter over time.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VendorFlow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pipeline that reads, enriches, scores, and routes every vendor automatically — with humans supervising in shadow mode.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468880" cy="9601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6791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dashboard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 rot="5400000">
            <a:off x="3035808" y="2546604"/>
            <a:ext cx="182880" cy="164592"/>
          </a:xfrm>
          <a:prstGeom prst="triangle">
            <a:avLst/>
          </a:prstGeom>
          <a:solidFill>
            <a:srgbClr val="5A7184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2148840"/>
            <a:ext cx="2468880" cy="96012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6791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CAP OData V4 hub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rot="5400000">
            <a:off x="5733288" y="2546604"/>
            <a:ext cx="182880" cy="164592"/>
          </a:xfrm>
          <a:prstGeom prst="triangle">
            <a:avLst/>
          </a:prstGeom>
          <a:solidFill>
            <a:srgbClr val="5A718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0" y="2148840"/>
            <a:ext cx="2468880" cy="960120"/>
          </a:xfrm>
          <a:prstGeom prst="roundRect">
            <a:avLst>
              <a:gd name="adj" fmla="val 6667"/>
            </a:avLst>
          </a:prstGeom>
          <a:solidFill>
            <a:srgbClr val="3E7CA6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80760" y="26791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extraction + KYC/AML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rot="5400000">
            <a:off x="8430768" y="2546604"/>
            <a:ext cx="182880" cy="164592"/>
          </a:xfrm>
          <a:prstGeom prst="triangle">
            <a:avLst/>
          </a:prstGeom>
          <a:solidFill>
            <a:srgbClr val="5A7184"/>
          </a:solidFill>
          <a:ln/>
        </p:spPr>
      </p:sp>
      <p:sp>
        <p:nvSpPr>
          <p:cNvPr id="17" name="Shape 15"/>
          <p:cNvSpPr/>
          <p:nvPr/>
        </p:nvSpPr>
        <p:spPr>
          <a:xfrm>
            <a:off x="8641080" y="2148840"/>
            <a:ext cx="2468880" cy="960120"/>
          </a:xfrm>
          <a:prstGeom prst="roundRect">
            <a:avLst>
              <a:gd name="adj" fmla="val 6667"/>
            </a:avLst>
          </a:prstGeom>
          <a:solidFill>
            <a:srgbClr val="121C42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0" y="26791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+ SAC routing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881360" y="3108960"/>
            <a:ext cx="0" cy="411480"/>
          </a:xfrm>
          <a:prstGeom prst="line">
            <a:avLst/>
          </a:prstGeom>
          <a:noFill/>
          <a:ln w="19050">
            <a:solidFill>
              <a:srgbClr val="5A7184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48640" y="379476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StateVector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3891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canonical, high-dimensional JSON object — identity confidence, sanctions signals, and document risk — compiled from every upstream source into one deterministic feature vector.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54406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fully mocked local mode decouples dev from live API keys.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9320" y="3794760"/>
            <a:ext cx="5623560" cy="2331720"/>
          </a:xfrm>
          <a:prstGeom prst="roundRect">
            <a:avLst>
              <a:gd name="adj" fmla="val 3137"/>
            </a:avLst>
          </a:prstGeom>
          <a:solidFill>
            <a:srgbClr val="121C42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Decision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63640" y="4480560"/>
            <a:ext cx="1600200" cy="594360"/>
          </a:xfrm>
          <a:prstGeom prst="roundRect">
            <a:avLst>
              <a:gd name="adj" fmla="val 50769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44805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4480560"/>
            <a:ext cx="1600200" cy="594360"/>
          </a:xfrm>
          <a:prstGeom prst="roundRect">
            <a:avLst>
              <a:gd name="adj" fmla="val 50769"/>
            </a:avLst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44805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829800" y="4480560"/>
            <a:ext cx="1600200" cy="594360"/>
          </a:xfrm>
          <a:prstGeom prst="roundRect">
            <a:avLst>
              <a:gd name="adj" fmla="val 50769"/>
            </a:avLst>
          </a:prstGeom>
          <a:solidFill>
            <a:srgbClr val="F2A93B"/>
          </a:solidFill>
          <a:ln/>
        </p:spPr>
      </p:sp>
      <p:sp>
        <p:nvSpPr>
          <p:cNvPr id="32" name="Text 30"/>
          <p:cNvSpPr/>
          <p:nvPr/>
        </p:nvSpPr>
        <p:spPr>
          <a:xfrm>
            <a:off x="9829800" y="44805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63640" y="525780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4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Discrete Soft Actor-Critic (SAC) model predicts the optimal path in real time from the StateVector — with a human confirming every prediction in shadow mode.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LAYERS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one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1965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Presentation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3055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+ TAILWIND CSS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enterprise dashboard for compliance and finance officers: drag-and-drop ingestion, interactive queues, AI confidence heatmapping, and manual override.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80760" y="1600200"/>
            <a:ext cx="82296" cy="1965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6479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Service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13055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CAP ON NODE.JS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0" y="246888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OData V4 API hub. Manages the draft-to-active lifecycle, triggers async AI pipelines, and exposes endpoints for RL reward signals. SQLite (dev) / SAP HANA Cloud (prod).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840480"/>
            <a:ext cx="82296" cy="1965960"/>
          </a:xfrm>
          <a:prstGeom prst="rect">
            <a:avLst/>
          </a:prstGeom>
          <a:solidFill>
            <a:srgbClr val="3E7CA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050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Intelligence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37083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 + KYC/AML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extraction of company, tax ID, and bank details with confidence scores; parallel sanctions screening; compiles signals into the canonical StateVector.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84048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3840480"/>
            <a:ext cx="82296" cy="1965960"/>
          </a:xfrm>
          <a:prstGeom prst="rect">
            <a:avLst/>
          </a:prstGeom>
          <a:solidFill>
            <a:srgbClr val="121C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0050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D. Reinforcement Learning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37083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2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+ SAC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470916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routing inference. Records human ground-truth vs. RL predictions as a +1/-1 reward, stored for weekly offline retraining.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inbox to routed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94975" y="2404872"/>
            <a:ext cx="1068542" cy="0"/>
          </a:xfrm>
          <a:prstGeom prst="line">
            <a:avLst/>
          </a:prstGeom>
          <a:noFill/>
          <a:ln w="19050">
            <a:solidFill>
              <a:srgbClr val="C7D6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2911" y="21488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082911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" y="2926080"/>
            <a:ext cx="1379438" cy="4160520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3044952"/>
            <a:ext cx="115998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8952" y="3840480"/>
            <a:ext cx="115998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enters via email or upload.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5581" y="2404872"/>
            <a:ext cx="1068542" cy="0"/>
          </a:xfrm>
          <a:prstGeom prst="line">
            <a:avLst/>
          </a:prstGeom>
          <a:noFill/>
          <a:ln w="19050">
            <a:solidFill>
              <a:srgbClr val="C7D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63517" y="21488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2663517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29830" y="2926080"/>
            <a:ext cx="1379438" cy="4160520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9558" y="3044952"/>
            <a:ext cx="115998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Normalization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39558" y="3840480"/>
            <a:ext cx="115998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fileSecurity.js validates MIME type, size, and malware status.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6186" y="2404872"/>
            <a:ext cx="1068542" cy="0"/>
          </a:xfrm>
          <a:prstGeom prst="line">
            <a:avLst/>
          </a:prstGeom>
          <a:noFill/>
          <a:ln w="19050">
            <a:solidFill>
              <a:srgbClr val="C7D6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44122" y="21488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244122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10435" y="2926080"/>
            <a:ext cx="1379438" cy="4160520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20163" y="3044952"/>
            <a:ext cx="115998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Extraction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920163" y="3840480"/>
            <a:ext cx="115998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extracts company, tax ID, and bank details with confidence scores.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36792" y="2404872"/>
            <a:ext cx="1068542" cy="0"/>
          </a:xfrm>
          <a:prstGeom prst="line">
            <a:avLst/>
          </a:prstGeom>
          <a:noFill/>
          <a:ln w="19050">
            <a:solidFill>
              <a:srgbClr val="C7D6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24728" y="21488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824728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391041" y="2926080"/>
            <a:ext cx="1379438" cy="4160520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00769" y="3044952"/>
            <a:ext cx="115998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500769" y="3840480"/>
            <a:ext cx="115998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validation against KYC/AML sanctions registries.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17398" y="2404872"/>
            <a:ext cx="1068542" cy="0"/>
          </a:xfrm>
          <a:prstGeom prst="line">
            <a:avLst/>
          </a:prstGeom>
          <a:noFill/>
          <a:ln w="19050">
            <a:solidFill>
              <a:srgbClr val="C7D6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5334" y="21488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7405334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971647" y="2926080"/>
            <a:ext cx="1379438" cy="4160520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1375" y="3044952"/>
            <a:ext cx="115998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Inference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81375" y="3840480"/>
            <a:ext cx="115998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StateVector sent to the Python RL service; a predicted action returns.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498003" y="2404872"/>
            <a:ext cx="1068542" cy="0"/>
          </a:xfrm>
          <a:prstGeom prst="line">
            <a:avLst/>
          </a:prstGeom>
          <a:noFill/>
          <a:ln w="19050">
            <a:solidFill>
              <a:srgbClr val="C7D6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85939" y="21488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8985939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552253" y="2926080"/>
            <a:ext cx="1379438" cy="4160520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61981" y="3044952"/>
            <a:ext cx="115998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&amp; Routing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661981" y="3840480"/>
            <a:ext cx="115998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commits, vendor status transitions, prediction is logged.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566545" y="2148840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1" name="Text 39"/>
          <p:cNvSpPr/>
          <p:nvPr/>
        </p:nvSpPr>
        <p:spPr>
          <a:xfrm>
            <a:off x="10566545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0132858" y="2926080"/>
            <a:ext cx="1379438" cy="4160520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42586" y="3044952"/>
            <a:ext cx="115998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Shadow-Mode Loop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0242586" y="3840480"/>
            <a:ext cx="115998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commits the real decision, generating the training label.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from every human decision,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risking a live 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1B2B5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560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loop 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17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962656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RL agent predicts a route (Compliance, Finance, Auto-Approve) from the StateVector.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730752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307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3675888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reviewer independently makes and commits the real routing decision.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443984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439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438912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are compared: a match earns a reward of +1, a mismatch earns –1.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157216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157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5102352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accumulate as labeled training data for weekly offline model retraining.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233172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1B2B52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560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signal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3108960"/>
            <a:ext cx="4846320" cy="1371600"/>
          </a:xfrm>
          <a:prstGeom prst="roundRect">
            <a:avLst>
              <a:gd name="adj" fmla="val 4667"/>
            </a:avLst>
          </a:prstGeom>
          <a:solidFill>
            <a:srgbClr val="1E4D3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24612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FE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818120" y="33375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D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prediction matches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D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4663440"/>
            <a:ext cx="4846320" cy="1371600"/>
          </a:xfrm>
          <a:prstGeom prst="roundRect">
            <a:avLst>
              <a:gd name="adj" fmla="val 4667"/>
            </a:avLst>
          </a:prstGeom>
          <a:solidFill>
            <a:srgbClr val="5C2430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80060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7818120" y="48920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prediction diverges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human decision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263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routing is never risked — the agent only ever shadows.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enterprise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01368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(Vite), Tailwind CSS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CORS-bridged SPA, decoupled from Fiori Elements, full OData V4 compatibility.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01368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26280" y="2377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CAP on Node.js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743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 V4 hub; SQLite locally, SAP HANA Cloud in production.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801368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82396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Extraction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75320" y="2377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1.5 Flash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75320" y="2743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document extraction and confidence scoring, via SDK.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995928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132588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PyTorch (SAC)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9377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Soft Actor-Critic model for real-time routing inference.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7947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995928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26280" y="4572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XSUAA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49377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authentication and role-based access control.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7947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3995928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882396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275320" y="4572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BTP, Cloud Foundry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75320" y="49377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and Python buildpacks; async design falls back gracefully if RL service is unreachable.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065A82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roadmap ahead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16294A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Weekend Batch Training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37490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4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offline retraining cycles that fold each week's shadow-mode rewards back into the SAC policy, steadily raising routing accuracy.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14884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1629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46520" y="3200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37490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4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Executive-facing views of routing accuracy, reviewer overrides, and compliance throughput, closing the loop between model and business outcomes.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VendorFlow AI  |  Autonomous Vendor Onboarding &amp; Routing System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2026-07-09T22:19:32Z</dcterms:created>
  <dcterms:modified xsi:type="dcterms:W3CDTF">2026-07-09T22:19:32Z</dcterms:modified>
</cp:coreProperties>
</file>